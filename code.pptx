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h4UhBjtqGx1OvrIDUUS6SkroD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752FF4-F1B8-4C34-9A29-C8C36E4AE575}">
  <a:tblStyle styleId="{3F752FF4-F1B8-4C34-9A29-C8C36E4AE575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tcBdr/>
        <a:fill>
          <a:solidFill>
            <a:srgbClr val="F8D6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D6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98" y="16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無紀錄路徑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1.6579999999999999</c:v>
                </c:pt>
                <c:pt idx="1">
                  <c:v>1.5880000000000001</c:v>
                </c:pt>
                <c:pt idx="2">
                  <c:v>1.637</c:v>
                </c:pt>
                <c:pt idx="3">
                  <c:v>1.744</c:v>
                </c:pt>
                <c:pt idx="4">
                  <c:v>1.675</c:v>
                </c:pt>
                <c:pt idx="5">
                  <c:v>1.6759999999999999</c:v>
                </c:pt>
                <c:pt idx="6">
                  <c:v>1.5780000000000001</c:v>
                </c:pt>
                <c:pt idx="7">
                  <c:v>1.8</c:v>
                </c:pt>
                <c:pt idx="8">
                  <c:v>1.657</c:v>
                </c:pt>
                <c:pt idx="9">
                  <c:v>1.7310000000000001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F1-4316-8F6E-851B5B49C187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平均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1.6744000000000001</c:v>
                </c:pt>
                <c:pt idx="1">
                  <c:v>1.6744000000000001</c:v>
                </c:pt>
                <c:pt idx="2">
                  <c:v>1.6744000000000001</c:v>
                </c:pt>
                <c:pt idx="3">
                  <c:v>1.6744000000000001</c:v>
                </c:pt>
                <c:pt idx="4">
                  <c:v>1.6744000000000001</c:v>
                </c:pt>
                <c:pt idx="5">
                  <c:v>1.6744000000000001</c:v>
                </c:pt>
                <c:pt idx="6">
                  <c:v>1.6744000000000001</c:v>
                </c:pt>
                <c:pt idx="7">
                  <c:v>1.6744000000000001</c:v>
                </c:pt>
                <c:pt idx="8">
                  <c:v>1.6744000000000001</c:v>
                </c:pt>
                <c:pt idx="9">
                  <c:v>1.6744000000000001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AF1-4316-8F6E-851B5B49C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36761232"/>
        <c:axId val="1336761648"/>
      </c:lineChart>
      <c:catAx>
        <c:axId val="1336761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/>
                  <a:t>測試次數</a:t>
                </a:r>
              </a:p>
            </c:rich>
          </c:tx>
          <c:layout>
            <c:manualLayout>
              <c:xMode val="edge"/>
              <c:yMode val="edge"/>
              <c:x val="0.45482566437007871"/>
              <c:y val="0.86751630982306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36761648"/>
        <c:crosses val="autoZero"/>
        <c:auto val="1"/>
        <c:lblAlgn val="ctr"/>
        <c:lblOffset val="100"/>
        <c:noMultiLvlLbl val="0"/>
      </c:catAx>
      <c:valAx>
        <c:axId val="1336761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/>
                  <a:t>時間</a:t>
                </a:r>
                <a:r>
                  <a:rPr lang="en-US" altLang="zh-TW" dirty="0"/>
                  <a:t>(s)</a:t>
                </a:r>
                <a:endParaRPr lang="zh-TW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36761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4"/>
          <p:cNvSpPr/>
          <p:nvPr/>
        </p:nvSpPr>
        <p:spPr>
          <a:xfrm>
            <a:off x="0" y="6334126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" name="Google Shape;17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972800" y="-2381"/>
            <a:ext cx="1219200" cy="11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-95080" y="6275457"/>
            <a:ext cx="140936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1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JSCC</a:t>
            </a:r>
            <a:endParaRPr sz="4000" b="1" i="1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b="1">
                <a:solidFill>
                  <a:schemeClr val="dk1"/>
                </a:solidFill>
              </a:rPr>
              <a:t>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155152" y="6432913"/>
            <a:ext cx="1918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鄭駿穎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F6C548D5-F666-4785-B3B2-41D58308F1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060006"/>
              </p:ext>
            </p:extLst>
          </p:nvPr>
        </p:nvGraphicFramePr>
        <p:xfrm>
          <a:off x="557463" y="781219"/>
          <a:ext cx="7521574" cy="5062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810D7319-9072-49D5-8CDE-9915F3F6F629}"/>
              </a:ext>
            </a:extLst>
          </p:cNvPr>
          <p:cNvSpPr txBox="1"/>
          <p:nvPr/>
        </p:nvSpPr>
        <p:spPr>
          <a:xfrm>
            <a:off x="8507662" y="781219"/>
            <a:ext cx="1474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時間平均值：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1.6744s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1CBA0CC-80EA-48FE-819A-CDCAD59FA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153" y="2245274"/>
            <a:ext cx="3620005" cy="21338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EEE442-DB34-4406-B01A-08B4C8A8E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728" y="887255"/>
            <a:ext cx="6746544" cy="298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5B59210-A6C8-40F6-AAF8-D6C0DA320F10}"/>
              </a:ext>
            </a:extLst>
          </p:cNvPr>
          <p:cNvSpPr txBox="1"/>
          <p:nvPr/>
        </p:nvSpPr>
        <p:spPr>
          <a:xfrm>
            <a:off x="2722728" y="4154011"/>
            <a:ext cx="67465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zh-TW" alt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左</a:t>
            </a:r>
            <a:r>
              <a:rPr lang="en-US" altLang="zh-TW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</a:t>
            </a:r>
            <a:r>
              <a:rPr lang="zh-TW" alt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學長無紀錄循環版本      </a:t>
            </a:r>
            <a:r>
              <a:rPr lang="en-US" altLang="zh-TW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	                    </a:t>
            </a:r>
            <a:r>
              <a:rPr lang="zh-TW" alt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        右</a:t>
            </a:r>
            <a:r>
              <a:rPr lang="en-US" altLang="zh-TW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:R</a:t>
            </a:r>
            <a:r>
              <a:rPr lang="zh-TW" alt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表版本</a:t>
            </a:r>
            <a:endParaRPr lang="en-US" altLang="zh-TW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zh-TW" altLang="en-US" sz="2000" b="0" dirty="0">
              <a:effectLst/>
            </a:endParaRPr>
          </a:p>
          <a:p>
            <a:pPr algn="ctr"/>
            <a:r>
              <a:rPr lang="zh-TW" altLang="en-US" sz="2000" dirty="0"/>
              <a:t>使用</a:t>
            </a:r>
            <a:r>
              <a:rPr lang="en-US" altLang="zh-TW" sz="2000" dirty="0"/>
              <a:t>Visual studio Release model </a:t>
            </a:r>
            <a:r>
              <a:rPr lang="zh-TW" altLang="en-US" sz="2000" dirty="0"/>
              <a:t>測試</a:t>
            </a:r>
            <a:br>
              <a:rPr lang="zh-TW" altLang="en-US" sz="2000" dirty="0"/>
            </a:br>
            <a:endParaRPr lang="zh-TW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</Words>
  <Application>Microsoft Office PowerPoint</Application>
  <PresentationFormat>寬螢幕</PresentationFormat>
  <Paragraphs>11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1_Office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JSCC</dc:creator>
  <cp:lastModifiedBy>劉程嘉</cp:lastModifiedBy>
  <cp:revision>3</cp:revision>
  <dcterms:created xsi:type="dcterms:W3CDTF">2022-08-22T08:16:29Z</dcterms:created>
  <dcterms:modified xsi:type="dcterms:W3CDTF">2025-09-30T06:59:28Z</dcterms:modified>
</cp:coreProperties>
</file>